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73318" autoAdjust="0"/>
  </p:normalViewPr>
  <p:slideViewPr>
    <p:cSldViewPr snapToGrid="0" snapToObjects="1">
      <p:cViewPr varScale="1">
        <p:scale>
          <a:sx n="83" d="100"/>
          <a:sy n="83" d="100"/>
        </p:scale>
        <p:origin x="92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21445-F489-446E-8C65-A52F399F9EA5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0A7FF-31DA-4E8F-9D1C-7339B9B599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90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Faturamento por Mês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Pedido por Estado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Faturamento por Categoria do Produto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5376bfa-3963-4afa-afdb-0249f9441e0d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5376bfa-3963-4afa-afdb-0249f9441e0d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Dashboard_StartUp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18/11/2025 14:13:52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18/11/2025 14:11:35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386148-60FD-5775-4292-FD8D77896D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Faturamento por Mês ,Pedido por Estado ,Faturamento por Categoria do Produto ,card ,card ,card ,slicer ,slicer ,textbox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rcRect b="2110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1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85</Words>
  <Application>Microsoft Office PowerPoint</Application>
  <PresentationFormat>Widescreen</PresentationFormat>
  <Paragraphs>39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Dashboard_StartUp</vt:lpstr>
      <vt:lpstr>Página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Mateus Franco</cp:lastModifiedBy>
  <cp:revision>5</cp:revision>
  <dcterms:created xsi:type="dcterms:W3CDTF">2016-09-04T11:54:55Z</dcterms:created>
  <dcterms:modified xsi:type="dcterms:W3CDTF">2025-11-18T14:18:15Z</dcterms:modified>
</cp:coreProperties>
</file>